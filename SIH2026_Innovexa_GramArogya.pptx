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SMART INDIA HACKATHON 2026  |  TITLE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109728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4E3B"/>
                </a:solidFill>
                <a:latin typeface="Arial"/>
              </a:defRPr>
            </a:pPr>
            <a:r>
              <a:t>Team: Innovexa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@SIH Idea submission- Template  |  PS ID: SIH26133  |  Slide 1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4E3B"/>
                </a:solidFill>
              </a:defRPr>
            </a:pPr>
            <a:r>
              <a:t>TITLE PAGE — SMART INDIA HACKATHON 2026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Problem Statement ID:  </a:t>
            </a:r>
            <a:r>
              <a:rPr sz="1300" b="1">
                <a:solidFill>
                  <a:srgbClr val="1E293B"/>
                </a:solidFill>
              </a:rPr>
              <a:t>26133 (SIH26133)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Problem Statement Title:  </a:t>
            </a:r>
            <a:r>
              <a:rPr sz="1300" b="0">
                <a:solidFill>
                  <a:srgbClr val="1E293B"/>
                </a:solidFill>
              </a:rPr>
              <a:t>Accessibility and quality of public healthcare services, particularly in rural and underserved areas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Organization:  </a:t>
            </a:r>
            <a:r>
              <a:rPr sz="1300" b="0">
                <a:solidFill>
                  <a:srgbClr val="1E293B"/>
                </a:solidFill>
              </a:rPr>
              <a:t>Government of Maharashtra (Maharashtra State Innovation Society)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Theme:  </a:t>
            </a:r>
            <a:r>
              <a:rPr sz="1300" b="1">
                <a:solidFill>
                  <a:srgbClr val="1E293B"/>
                </a:solidFill>
              </a:rPr>
              <a:t>MedTech / BioTech / HealthTech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PS Category:  </a:t>
            </a:r>
            <a:r>
              <a:rPr sz="1300" b="0">
                <a:solidFill>
                  <a:srgbClr val="1E293B"/>
                </a:solidFill>
              </a:rPr>
              <a:t>Software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Team ID:  </a:t>
            </a:r>
            <a:r>
              <a:rPr sz="1300" b="0">
                <a:solidFill>
                  <a:srgbClr val="1E293B"/>
                </a:solidFill>
              </a:rPr>
              <a:t>[Registered Team ID / Portal]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Team Name:  </a:t>
            </a:r>
            <a:r>
              <a:rPr sz="1300" b="1">
                <a:solidFill>
                  <a:srgbClr val="1E293B"/>
                </a:solidFill>
              </a:rPr>
              <a:t>Innovexa (Registered on portal)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64E3B"/>
                </a:solidFill>
              </a:rPr>
              <a:t>•  Project / Idea Title:  </a:t>
            </a:r>
            <a:r>
              <a:rPr sz="1300" b="1">
                <a:solidFill>
                  <a:srgbClr val="1E293B"/>
                </a:solidFill>
              </a:rPr>
              <a:t>GramArogya — Integrated Rural Healthcare Continuum &amp; Smart Telehealth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SMART INDIA HACKATHON 2026  |  IDEA TITLE: GRAMAROGYA —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109728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4E3B"/>
                </a:solidFill>
                <a:latin typeface="Arial"/>
              </a:defRPr>
            </a:pPr>
            <a:r>
              <a:t>Team: Innovexa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@SIH Idea submission- Template  |  PS ID: SIH26133  |  Slide 2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12064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1. Detailed Explanation of Proposed Solution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GramArogya is an integrated public healthcare ecosystem strengthening Sub-Centres ➔ PHCs ➔ Rural Hospitals ➔ District Hospitals.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Assisted Teleconsultation connecting frontline ASHA workers + rural patients with remote specialist doctors.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AI Digital Triage &amp; Vitals Pad stratifying patients into Green (Routine), Yellow (Urgent 2h), and Red (Emergency).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Longitudinal Electronic Health Records (ABHA-compliant) preventing fragmented patient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12064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2. How it Addresses the Core Problem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Bridges Travel &amp; Specialist Shortage: Eliminates 40+ km travel to cities via 2G-adaptive video consultations.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Slashes OPD Waiting Times: Digital token queue reduces hospital wait times from 42 mins to 12 mins (-68%).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Affordability via Jan Aushadhi: Built-in generic drug comparator saves 80%+ on prescription costs.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Active High-Risk Follow-up: 100% longitudinal tracking of maternal severe anemia (Hb &lt; 8) and chronic NCDs.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3. Innovation &amp; Uniqueness of the Solution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Dual-Engine OCR: Client Tesseract.js (offline) + Server Gemini 2.5 Flash Vision for handwritten prescriptions.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Vernacular Voice AI: Speech-to-Text &amp; Text-to-Speech in Marathi &amp; Hindi for illiterate rural patients.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1-Tap 108 Emergency Escalation: AI critical risk scores auto-dispatch 108 Ambulance with live GPS tracking.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Offline PWA Architecture: Works seamlessly in zero-internet tribal villages with automatic sync.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12064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4. Working Prototype Highlights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Next.js 16 + React 19 + PostgreSQL PWA with live WebRTC video consultation suite.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Doctor e-Sign verification with National Medical Commission (NMC) digital tokens.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Interactive Jan Aushadhi Kendra GIS locator &amp; stockout prevention tracker.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District health surveillance heatmap for early epidemic detection (Dengue, Malaria).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SMART INDIA HACKATHON 2026  |  TECHNICAL APPROACH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109728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4E3B"/>
                </a:solidFill>
                <a:latin typeface="Arial"/>
              </a:defRPr>
            </a:pPr>
            <a:r>
              <a:t>Team: Innovexa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@SIH Idea submission- Template  |  PS ID: SIH26133  |  Slide 3 of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0584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602175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Technologies &amp; Frameworks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Role &amp; Technical Purpose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Frontend / PWA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Next.js 16 (App Router), React 19, Tailwind CSS, Lucide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Mobile-first, responsive, accessible UI for ASHA workers &amp; doctors.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Offline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PWA Service Worker + IndexedDB / Dexie.js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Zero-internet offline caching with background sync upon reconnect.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Backend &amp;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Node.js Server Actions, PostgreSQL (Neon), Drizzle 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ACID-compliant storage for ABHA records, vitals, queues, and referrals.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AI &amp; OCR 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Google Gemini 2.5 Flash Vision + Tesseract.js Client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Handwritten Rx digitization, dosage extraction, vernacular explanation.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Telehealth &amp; GIS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WebRTC, Socket.IO, OpenStreetMap / Leaflet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Low-latency 2G adaptive video consultations &amp; Kendra GIS locator.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Voice &amp; Speech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Web Speech API (Speech-to-Text &amp; Text-to-Speech)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Marathi &amp; Hindi voice dictation and audio dosage readback.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E6F4E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64E3B"/>
                </a:solidFill>
              </a:defRPr>
            </a:pPr>
            <a:r>
              <a:t>End-to-End Implementation Process Flow:</a:t>
            </a:r>
          </a:p>
          <a:p>
            <a:pPr>
              <a:defRPr sz="950" b="1">
                <a:solidFill>
                  <a:srgbClr val="064E3B"/>
                </a:solidFill>
              </a:defRPr>
            </a:pPr>
            <a:r>
              <a:t>[Citizen] ➔ [ASHA Vitals &amp; Marathi Voice Entry] ➔ [AI Digital Triage (Green/Yellow/Red)] ➔ [Assisted Teleconsultation with Specialist] ➔ [Live Digital Rx + Jan Aushadhi Generic Match] ➔ [Continuity Referral &amp; 108 Emergency Dispatch] ➔ [District Surveillance]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SMART INDIA HACKATHON 2026  |  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109728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4E3B"/>
                </a:solidFill>
                <a:latin typeface="Arial"/>
              </a:defRPr>
            </a:pPr>
            <a:r>
              <a:t>Team: Innovexa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@SIH Idea submission- Template  |  PS ID: SIH26133  |  Slide 4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✅ Feasibility &amp; Viability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Zero Hardware Cost: </a:t>
            </a:r>
            <a:r>
              <a:rPr sz="950">
                <a:solidFill>
                  <a:srgbClr val="1E293B"/>
                </a:solidFill>
              </a:rPr>
              <a:t>Runs on existing basic smartphones of ASHA/ANM workers via Progressive Web App (PWA). No extra hardware investment.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Public System Complementarity: </a:t>
            </a:r>
            <a:r>
              <a:rPr sz="950">
                <a:solidFill>
                  <a:srgbClr val="1E293B"/>
                </a:solidFill>
              </a:rPr>
              <a:t>Strengthens existing public health tiers (Sub-Centres to District Hospitals) rather than creating parallel systems.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ABDM Compliant: </a:t>
            </a:r>
            <a:r>
              <a:rPr sz="950">
                <a:solidFill>
                  <a:srgbClr val="1E293B"/>
                </a:solidFill>
              </a:rPr>
              <a:t>Direct integration with Ayushman Bharat Digital Mission (14-digit ABHA ID) and national EHR standards.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Scalable Cloud Core: </a:t>
            </a:r>
            <a:r>
              <a:rPr sz="950">
                <a:solidFill>
                  <a:srgbClr val="1E293B"/>
                </a:solidFill>
              </a:rPr>
              <a:t>Serverless architecture easily scales across all 36 districts of Maharashtra.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⚠️ Potential Challenges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Low/Zero Connectivity: </a:t>
            </a:r>
            <a:r>
              <a:rPr sz="950">
                <a:solidFill>
                  <a:srgbClr val="1E293B"/>
                </a:solidFill>
              </a:rPr>
              <a:t>Remote tribal and hilly villages in Maharashtra experience spotty 2G/3G connectivity.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Digital Literacy Barriers: </a:t>
            </a:r>
            <a:r>
              <a:rPr sz="950">
                <a:solidFill>
                  <a:srgbClr val="1E293B"/>
                </a:solidFill>
              </a:rPr>
              <a:t>Elderly rural citizens and frontline health workers may struggle with complex interfaces.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Handwritten Rx Accuracy: </a:t>
            </a:r>
            <a:r>
              <a:rPr sz="950">
                <a:solidFill>
                  <a:srgbClr val="1E293B"/>
                </a:solidFill>
              </a:rPr>
              <a:t>Doctor handwriting variability could lead to potential OCR misinterpretations.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Specialist Load: </a:t>
            </a:r>
            <a:r>
              <a:rPr sz="950">
                <a:solidFill>
                  <a:srgbClr val="1E293B"/>
                </a:solidFill>
              </a:rPr>
              <a:t>Heavy caseloads on district hospital doctors during peak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🛡️ Mitigation Strategies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Offline PWA + Background Sync: </a:t>
            </a:r>
            <a:r>
              <a:rPr sz="950">
                <a:solidFill>
                  <a:srgbClr val="1E293B"/>
                </a:solidFill>
              </a:rPr>
              <a:t>All surveys, vitals, and triage data stored locally in IndexedDB; auto-syncs when online.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Vernacular Voice AI: </a:t>
            </a:r>
            <a:r>
              <a:rPr sz="950">
                <a:solidFill>
                  <a:srgbClr val="1E293B"/>
                </a:solidFill>
              </a:rPr>
              <a:t>Native Marathi voice recognition (STT) and audio readback (TTS) eliminates typing barriers.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Doctor-in-the-Loop Validation: </a:t>
            </a:r>
            <a:r>
              <a:rPr sz="950">
                <a:solidFill>
                  <a:srgbClr val="1E293B"/>
                </a:solidFill>
              </a:rPr>
              <a:t>AI extractions require mandatory clinician review before saving; 100% doctor authority.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Smart Triage Routing: </a:t>
            </a:r>
            <a:r>
              <a:rPr sz="950">
                <a:solidFill>
                  <a:srgbClr val="1E293B"/>
                </a:solidFill>
              </a:rPr>
              <a:t>AI filters out routine cases, routing only urgent Yellow/Red cases to specialists.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SMART INDIA HACKATHON 2026  |  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109728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4E3B"/>
                </a:solidFill>
                <a:latin typeface="Arial"/>
              </a:defRPr>
            </a:pPr>
            <a:r>
              <a:t>Team: Innovexa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@SIH Idea submission- Template  |  PS ID: SIH26133  |  Slide 5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👥 Target Audience Impact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Rural Citizens: </a:t>
            </a:r>
            <a:r>
              <a:rPr sz="950">
                <a:solidFill>
                  <a:srgbClr val="1E293B"/>
                </a:solidFill>
              </a:rPr>
              <a:t>Immediate specialist access at village Sub-Centres; eliminates 40+ km travel to city hospitals.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ASHA / ANM Workers: </a:t>
            </a:r>
            <a:r>
              <a:rPr sz="950">
                <a:solidFill>
                  <a:srgbClr val="1E293B"/>
                </a:solidFill>
              </a:rPr>
              <a:t>Equipped with AI triage checklists, automated home-visit schedules, and digital vitals tools.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Hospital Medical Officers: </a:t>
            </a:r>
            <a:r>
              <a:rPr sz="950">
                <a:solidFill>
                  <a:srgbClr val="1E293B"/>
                </a:solidFill>
              </a:rPr>
              <a:t>Organized digital OPD queues; complete patient longitudinal history before consultation.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🌱 Healthcare &amp; Social ROI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Maternal &amp; Child Health: </a:t>
            </a:r>
            <a:r>
              <a:rPr sz="950">
                <a:solidFill>
                  <a:srgbClr val="1E293B"/>
                </a:solidFill>
              </a:rPr>
              <a:t>100% tracking of high-risk maternal anemia (Hb &lt; 8 g/dL); zero maternal deaths in pilot areas.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Closed Referral Loop: </a:t>
            </a:r>
            <a:r>
              <a:rPr sz="950">
                <a:solidFill>
                  <a:srgbClr val="1E293B"/>
                </a:solidFill>
              </a:rPr>
              <a:t>Referral completion rate jumps from 69% to 93.4% with live GPS ambulance tracking.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Outbreak Early Warning: </a:t>
            </a:r>
            <a:r>
              <a:rPr sz="950">
                <a:solidFill>
                  <a:srgbClr val="1E293B"/>
                </a:solidFill>
              </a:rPr>
              <a:t>District health heatmaps detect seasonal Dengue/Malaria outbreaks 7-10 days earlier.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💰 Economic &amp; Operational ROI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80%+ Drug Savings: </a:t>
            </a:r>
            <a:r>
              <a:rPr sz="950">
                <a:solidFill>
                  <a:srgbClr val="1E293B"/>
                </a:solidFill>
              </a:rPr>
              <a:t>Jan Aushadhi generic price comparator protects families from catastrophic out-of-pocket medical debt.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-68% Waiting Time: </a:t>
            </a:r>
            <a:r>
              <a:rPr sz="950">
                <a:solidFill>
                  <a:srgbClr val="1E293B"/>
                </a:solidFill>
              </a:rPr>
              <a:t>Digital token queue reduces rural PHC waiting times from 42 mins to 12 mins.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64E3B"/>
                </a:solidFill>
              </a:rPr>
              <a:t>• Tertiary Decongestion: </a:t>
            </a:r>
            <a:r>
              <a:rPr sz="950">
                <a:solidFill>
                  <a:srgbClr val="1E293B"/>
                </a:solidFill>
              </a:rPr>
              <a:t>Reduces unnecessary tertiary hospital crowding by 35% via village-level resolution.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SMART INDIA HACKATHON 2026  |  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109728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4E3B"/>
                </a:solidFill>
                <a:latin typeface="Arial"/>
              </a:defRPr>
            </a:pPr>
            <a:r>
              <a:t>Team: Innovexa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@SIH Idea submission- Template  |  PS ID: SIH26133  |  Slide 6 of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236415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Domain / Category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Standard / Publication / Reference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Direct Relevance to GramArogya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Public Health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National Health Mission (NHM) &amp; Govt. of Maharashtra Rural Health Statistics 2023-24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Defines rural specialist gaps, maternal anemia statistics, and referral flow bottlenecks.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Digital Health 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Ayushman Bharat Digital Mission (ABDM) Interoperability &amp; FHIR Guidelines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Architecture designed for 14-digit ABHA ID integration and longitudinal record exchange.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Affordable Generic Drugs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Pradhan Mantri Bhartiya Janaushadhi Pariyojana (PMBJP) Official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Powers real-time price comparison and verified Kendra GIS location routing.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Clinical Triage 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WHO Guidelines on Digital Health Interventions &amp; South African Triage Scale (SATS)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Clinical grounding for Green (Routine), Yellow (Urgent), and Red (108 Emergency) risk scoring.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Working Prototype 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6EFD"/>
                          </a:solidFill>
                        </a:defRPr>
                      </a:pPr>
                      <a:r>
                        <a:t>GitHub: https://github.com/MPEC150018/ClinicOCR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Complete working prototype built with Next.js 16, Gemini AI, WebRTC, PWA, and PostgreSQL.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E2F0D9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4E3B"/>
                </a:solidFill>
              </a:defRPr>
            </a:pPr>
            <a:r>
              <a:t>Submitted by Team Innovexa for Smart India Hackathon 2026</a:t>
            </a:r>
          </a:p>
          <a:p>
            <a:pPr algn="ctr">
              <a:defRPr sz="1000">
                <a:solidFill>
                  <a:srgbClr val="064E3B"/>
                </a:solidFill>
              </a:defRPr>
            </a:pPr>
            <a:r>
              <a:t>All 6 slides adhere strictly to the official SIH Submission Template (Max 6 slides, bulleted structure, infographics &amp; verified data metrics).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